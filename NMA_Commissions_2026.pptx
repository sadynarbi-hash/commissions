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12188952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9A825"/>
                </a:solidFill>
              </a:rPr>
              <a:t>NMA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Gestion des Commissions Commerciales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9A825"/>
                </a:solidFill>
              </a:rPr>
              <a:t>Système de primes 2026 — Nouvelle Minoterie Africaine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Automatisation · Transparence · Fiabilité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9A825"/>
                </a:solidFill>
              </a:rPr>
              <a:t>Pourquoi cette application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45720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Calculs manuels sur Excel — chronophages et sources d'erreurs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Données SAP ressaisies manuellement chaque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79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Manque de transparence pour les commerciaux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9159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Aucune traçabilité des validations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39496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Après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Synchronisation automatique depuis SAP Business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718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Calcul en un clic pour toute l'équipe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79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Chaque commercial consulte sa prime en détail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09159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Workflow : Calcul → Validation → Export paie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Sources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9A825"/>
                </a:solidFill>
              </a:rPr>
              <a:t>SAP Business One · Salesforce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474720" cy="50292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SAP Business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Bons de livraison (ODLN/DLN1)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5292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Factures &amp; avoirs (OINV/ORIN)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1129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Encaissements par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966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Attribution via secteur géographique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47472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600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Salesforce 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945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Visites terrain des commerciaux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5292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Commandes saisies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1129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KPIs ferme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16966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Rapports d'activité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47472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600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Saisie Manuelle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945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Critères non automatisables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5292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Fiabilité prévisions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51129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Planning avant le 1er du mois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16966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Rapport technique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A825"/>
                </a:solidFill>
              </a:rPr>
              <a:t>Gammes suivies :  PFBE → Bétail  |  PFVO → Volaille  |  PFFA → Farine  |  PFPA → Pâtes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Organisation des Équipes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9A825"/>
                </a:solidFill>
              </a:rPr>
              <a:t>4 zones + 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19456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81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DAKAR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RCR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AICHA 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MOUSSA NIANG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463040"/>
            <a:ext cx="219456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481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103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RCR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FATMA AMAR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AMBROISE MENDY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463040"/>
            <a:ext cx="219456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481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CENTRE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103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</a:rPr>
              <a:t>RCR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PAPE FATA FAYE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</a:rPr>
              <a:t>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ISMAILA NDIAYE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463040"/>
            <a:ext cx="219456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481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103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RCR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SOULEYMANE COLY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1463040"/>
            <a:ext cx="219456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481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2103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RCR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FATOU TALL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840480"/>
            <a:ext cx="11612880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977639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12"/>
                </a:solidFill>
              </a:rPr>
              <a:t>Rôles terrain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4348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Commercial — Gestion portefeuille clients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4348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ATC Bétail &amp; Volaille — Suivi technique éleveurs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0292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ATC Farine — Suivi technique meuniers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0292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DCMT / DV — Direction commerciale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Règles de Calcul — Commerciaux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9A825"/>
                </a:solidFill>
              </a:rPr>
              <a:t>Prime fixe + Quantitative + Qualitative + Nouvelles affaires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200400" cy="137160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</a:rPr>
              <a:t>Prime 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100 000 FCFA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mensuelle garantie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463040"/>
            <a:ext cx="3657600" cy="1371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</a:rPr>
              <a:t>Prime Quantitative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965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90%  →  250 000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585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100%  →  350 000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5511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115%  →  500 000 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463040"/>
            <a:ext cx="4206240" cy="1371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5087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Nouvelles Affaires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9202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0,5% × CA mois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240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× Taux recouvrement M-1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5603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Clients ouverts dans les 12 derniers mois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1143000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449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Prime Qualitative — 150 000 FCFA max  (déclenchée si ≥ 90% objectifs atteints)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3657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118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Visites terrain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7763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Nombre de visites journalières réalisées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566160"/>
            <a:ext cx="3657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6118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CRM Visites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97763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% visites saisies dans Salesforce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566160"/>
            <a:ext cx="3657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6118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CRM Commandes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97763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% commandes saisies dans CRM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754880"/>
            <a:ext cx="3657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00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Prévisions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66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Fiabilité des prévisions mensuelles ≥ 90%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4754880"/>
            <a:ext cx="3657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4800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Nouvelles affaires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166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CA recouvré sur nouveaux clients &gt;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Règles de Calcul — Autres Rôles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9A825"/>
                </a:solidFill>
              </a:rPr>
              <a:t>RCR · SV · ATC · 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743200" cy="45720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04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RCR — Resp. Commercial Régional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Pas de prime fixe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Quantitative : 90%→250k / 100%→350k / 115%→500k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118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Calculé sur perf. agrégée de la 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91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Qualitative : 200 000 F max (≥90%)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166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Critères : accompagnement, planning, rapports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463040"/>
            <a:ext cx="274320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904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SV — Superviseur des Ventes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057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Pas de prime fixe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834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Quantitative Pâtes calculée séparément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6118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Quantitative Autres gammes séparément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3891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Calculé sur perf. agrégée de la zone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166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Qualitative : 150 000 F max (≥90%)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463040"/>
            <a:ext cx="274320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4904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ATC — ATC Bétail &amp; Volaille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057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Prime fixe : 100 000 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34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Quantitative réduite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6118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90%→150k / 100%→250k / 115%→350k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3891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Qualitative : 200 000 F max (≥90%)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166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1463040"/>
            <a:ext cx="2743200" cy="457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14904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RCE — Resp. Commercial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057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Pas de prime fixe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834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Quantitative : 90%→250k / 100%→350k / 115%→500k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6118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Qualitative : 200 000 F max (≥90%)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3891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Fiabilité prévisions ≥90% : 30k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166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Ventes ≥80% portefeuille : 50k / Croissance top5 : 30k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Workflow Mensuel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9A825"/>
                </a:solidFill>
              </a:rPr>
              <a:t>De la synchronisation à la paie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417320"/>
            <a:ext cx="731520" cy="73152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63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3B12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2103120" cy="50292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59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Sync SAP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718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Chargement automatique des BL, factures et encaissements depuis SAP B1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417320"/>
            <a:ext cx="731520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463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331720"/>
            <a:ext cx="21031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359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Calcul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9718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Calcul en un clic des primes pour tous les commerciaux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1417320"/>
            <a:ext cx="73152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1463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331720"/>
            <a:ext cx="210312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2359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Vérification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9718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Consultation du détail par commercial, par gamme et par critère qualitatif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1417320"/>
            <a:ext cx="731520" cy="7315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463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5100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2331720"/>
            <a:ext cx="210312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2359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9718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Figeage officiel des primes — statut VALIDÉ pour la paie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87000" y="1417320"/>
            <a:ext cx="731520" cy="7315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1463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2331720"/>
            <a:ext cx="210312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2359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29718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Export Excel récapitulatif transmis à la RH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63440"/>
            <a:ext cx="11430000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800600"/>
            <a:ext cx="27432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12"/>
                </a:solidFill>
              </a:rPr>
              <a:t>⚡ Gain de temps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49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Calcul en secondes vs plusieurs jours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4800600"/>
            <a:ext cx="27432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12"/>
                </a:solidFill>
              </a:rPr>
              <a:t>🎯 Transparence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349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Chaque commercial voit le détail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800600"/>
            <a:ext cx="27432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12"/>
                </a:solidFill>
              </a:rPr>
              <a:t>✅ Fiabilité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349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Données directement depuis SAP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4800600"/>
            <a:ext cx="27432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B12"/>
                </a:solidFill>
              </a:rPr>
              <a:t>📋 Traçabilité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5349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Historique complet par période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9080"/>
            <a:ext cx="12188952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Une application au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9A825"/>
                </a:solidFill>
              </a:rPr>
              <a:t>de la performance commerciale NMA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9A825"/>
                </a:solidFill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Commerciaux suivis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6517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9A825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Zones couvertes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9A825"/>
                </a:solidFill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Mois d'historique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59" y="26517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9A825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Rôles différents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Nouvelle Minoterie Africaine — Système de Primes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Automatisation · Transparence · Fiabilité · Traçabilité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